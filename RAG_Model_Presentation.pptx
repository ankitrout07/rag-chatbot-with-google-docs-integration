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 (RAG)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Chatbot integrated with Google Docs</a:t>
            </a:r>
          </a:p>
          <a:p/>
          <a:p>
            <a:r>
              <a:t>Presented by: Ankit Anupam Rout</a:t>
            </a:r>
          </a:p>
          <a:p>
            <a:r>
              <a:t>Institution: Amity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 (RAG) combines information retrieval and text generation.</a:t>
            </a:r>
          </a:p>
          <a:p/>
          <a:p>
            <a:r>
              <a:t>Enhances Large Language Models (LLMs) by grounding responses in external knowledge sources.</a:t>
            </a:r>
          </a:p>
          <a:p>
            <a:r>
              <a:t>Reduces hallucination and improves factual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Chatbots often provide generic or inaccurate answers.</a:t>
            </a:r>
          </a:p>
          <a:p/>
          <a:p>
            <a:r>
              <a:t>Need for a chatbot that:</a:t>
            </a:r>
          </a:p>
          <a:p>
            <a:r>
              <a:t>- Accesses user-specific documents.</a:t>
            </a:r>
          </a:p>
          <a:p>
            <a:r>
              <a:t>- Provides document-based, accurate responses.</a:t>
            </a:r>
          </a:p>
          <a:p>
            <a:r>
              <a:t>- Indicates when data is not found.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RAG-based Chatbot with Google Docs integration.</a:t>
            </a:r>
          </a:p>
          <a:p/>
          <a:p>
            <a:r>
              <a:t>Objectives:</a:t>
            </a:r>
          </a:p>
          <a:p>
            <a:r>
              <a:t>1. OAuth 2.0 authentication.</a:t>
            </a:r>
          </a:p>
          <a:p>
            <a:r>
              <a:t>2. Fetch and display user documents.</a:t>
            </a:r>
          </a:p>
          <a:p>
            <a:r>
              <a:t>3. Use selected docs as knowledge base.</a:t>
            </a:r>
          </a:p>
          <a:p>
            <a:r>
              <a:t>4. Retrieve and generate context-based answers.</a:t>
            </a:r>
          </a:p>
          <a:p>
            <a:r>
              <a:t>5. Provide fallback answers when not found.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components:</a:t>
            </a:r>
          </a:p>
          <a:p>
            <a:r>
              <a:t>1. Retriever - searches for relevant documents.</a:t>
            </a:r>
          </a:p>
          <a:p>
            <a:r>
              <a:t>2. Generator - produces contextually accurate answers.</a:t>
            </a:r>
          </a:p>
          <a:p/>
          <a:p>
            <a:r>
              <a:t>Flow:</a:t>
            </a:r>
          </a:p>
          <a:p>
            <a:r>
              <a:t>Query → Retrieve → Generate → Respond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Workflow in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Google login via OAuth 2.0</a:t>
            </a:r>
          </a:p>
          <a:p>
            <a:r>
              <a:t>2. Fetch Google Docs</a:t>
            </a:r>
          </a:p>
          <a:p>
            <a:r>
              <a:t>3. User selects docs</a:t>
            </a:r>
          </a:p>
          <a:p>
            <a:r>
              <a:t>4. Chunk + Embed (OpenAI/SentenceTransformer)</a:t>
            </a:r>
          </a:p>
          <a:p>
            <a:r>
              <a:t>5. Store in Vector DB (FAISS/Pinecone)</a:t>
            </a:r>
          </a:p>
          <a:p>
            <a:r>
              <a:t>6. Retrieve + Generate answer</a:t>
            </a:r>
          </a:p>
          <a:p>
            <a:r>
              <a:t>7. Fallback response if no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 (FastAPI/Flask)</a:t>
            </a:r>
          </a:p>
          <a:p>
            <a:r>
              <a:t>APIs: Google OAuth 2.0, Docs &amp; Drive APIs</a:t>
            </a:r>
          </a:p>
          <a:p>
            <a:r>
              <a:t>Vector DB: FAISS / Pinecone</a:t>
            </a:r>
          </a:p>
          <a:p>
            <a:r>
              <a:t>Frameworks: LangChain / LlamaIndex</a:t>
            </a:r>
          </a:p>
          <a:p>
            <a:r>
              <a:t>Frontend: HTML, CSS, JS / React</a:t>
            </a:r>
          </a:p>
          <a:p>
            <a:r>
              <a:t>LLMs: OpenAI GPT, PaLM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Gao et al. (2023) - Survey on RAG frameworks (Naive, Advanced, Modular)</a:t>
            </a:r>
          </a:p>
          <a:p>
            <a:r>
              <a:t>Jiang et al. (FLARE) - Active retrieval during generation</a:t>
            </a:r>
          </a:p>
          <a:p>
            <a:r>
              <a:t>Pichai et al. - Modular RAG benchmark; embedding-model pairing matters.</a:t>
            </a:r>
          </a:p>
          <a:p/>
          <a:p>
            <a:r>
              <a:t>→ Emphasis on modular &amp; adaptive pipelines.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accuracy &amp; relevance</a:t>
            </a:r>
          </a:p>
          <a:p>
            <a:r>
              <a:t>• Reduces hallucinations</a:t>
            </a:r>
          </a:p>
          <a:p>
            <a:r>
              <a:t>• Personalized answers</a:t>
            </a:r>
          </a:p>
          <a:p>
            <a:r>
              <a:t>• Modular and scalable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Fallback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answer not found in docs:</a:t>
            </a:r>
          </a:p>
          <a:p>
            <a:r>
              <a:t>→ Respond: 'Not found in your docs.'</a:t>
            </a:r>
          </a:p>
          <a:p>
            <a:r>
              <a:t>→ Provide general answer using LLM knowledge.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Retrieval: Precision@k, Recall@k</a:t>
            </a:r>
          </a:p>
          <a:p>
            <a:r>
              <a:t>Generation: Faithfulness, BLEU, ROUGE</a:t>
            </a:r>
          </a:p>
          <a:p>
            <a:r>
              <a:t>User Satisfaction: Human evaluation</a:t>
            </a:r>
          </a:p>
          <a:p>
            <a:r>
              <a:t>System: Latency &amp; Cost per query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Active RAG (FLARE)</a:t>
            </a:r>
          </a:p>
          <a:p>
            <a:r>
              <a:t>• Add hybrid retrievers (BM25 + dense)</a:t>
            </a:r>
          </a:p>
          <a:p>
            <a:r>
              <a:t>• Multi-document reasoning</a:t>
            </a:r>
          </a:p>
          <a:p>
            <a:r>
              <a:t>• Add speech input/output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bridges the gap between static LLMs &amp; dynamic user data.</a:t>
            </a:r>
          </a:p>
          <a:p>
            <a:r>
              <a:t>Google Docs integration = Real-time personalization.</a:t>
            </a:r>
          </a:p>
          <a:p>
            <a:r>
              <a:t>Demonstrates modular design, adaptive retrieval &amp; ethical fallback handling.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Q&amp;A</a:t>
            </a:r>
          </a:p>
          <a:p/>
          <a:p>
            <a:r>
              <a:t>“Empowering AI to reason over your data.”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